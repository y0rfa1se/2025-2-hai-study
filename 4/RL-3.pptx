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4" r:id="rId11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56B7D-F666-2641-BEAA-9E66E905AC87}" type="datetimeFigureOut">
              <a:rPr lang="en-KR" smtClean="0"/>
              <a:t>11/6/25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16AA3-208B-CE4A-A036-88BFE2B864B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836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16AA3-208B-CE4A-A036-88BFE2B864B2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39955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50ED-69D5-AB87-7319-A51CA78C2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8947A8-DF26-2020-FEF1-1C268CBF4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FC8C2-DAF8-610E-8593-05969400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8731B-43F1-2CA5-4063-D5E55105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2970B-F3FE-11B6-D63F-F037569B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8968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168A-07DD-32DF-74C8-7AC53998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104BE-710B-EEE9-A0C2-7229B32A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04BFD-7144-E598-87E3-173886C9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72163-3CD9-01FC-1B02-0041C9A6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C6891-41CC-859F-1D25-052A42A2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8335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25FA-611F-77F3-1A4F-DCF259F85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37CA0-4639-661C-60C5-B100957B5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3C499-6965-8787-BCB5-EB846B4E2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320B-0E12-06EB-A4B2-5F1D2CC4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79A0F-AD88-CF50-C1DD-F1BA3E2D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5460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B409-01CC-4FD8-4C99-DA1F65DC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1BD0-199A-CEC0-AEAD-C4684D414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2119C-7619-C599-8349-C937F3548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5C12F-58AB-502C-320D-0095FD7E8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7FC01-BFED-1EDA-9D77-20C21B870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FD08B-651C-E35D-26AF-7707B86E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7922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A131-68C5-D622-76C5-2F511411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4FD57-8259-ED2C-AA49-37120D88B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9EDC1-995F-E50A-9D09-102E694C6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3EC71-74B7-FA21-E2D1-750856E25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8E85B-1912-F573-9B63-973BCED7C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431E63-42AB-EFF4-F080-651DB2E8B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E46CA-0F27-3DEA-10EE-EE43D4E4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8C960-CFF5-59F0-83CB-CBDA6185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853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EB45-125B-FF5D-905E-BF53E05C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132B4-EFFF-FE3C-FC6A-E267F6D83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F313B-DA81-F076-E12E-2EB5FC3B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5F48C-6E98-C082-9158-68F2C1A0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5817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9BC80-8419-06BD-AFDE-EF9CEB31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192A9-0142-7F4F-5D8D-4B07E645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A7453-6345-9EC7-8AB3-4857EACF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3478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16A2-D756-2429-C937-1E6C7AE5C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89504-7B58-D133-B27E-35364047C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A9EAD-BF45-005C-AF62-77B4D1364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1497E-6A48-B62C-B0B5-1CCA38D8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F3FF0-0B4C-30DE-C24D-3F335B71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B759D-5E68-84A7-978E-79133D22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7838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7F65-B1CA-2B22-7A43-8C9F985D7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46518-2B60-6313-E6AF-BA98CDD1A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7DAA4-C4FE-87A9-D7B3-B1C08A699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7EE82-6C11-E614-EA3A-36F0A5BC8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CC196-0F02-D11F-829A-4324FFEB2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3B49F-43F6-E5E3-AAF1-97B44A803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0681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61D0B-33BD-BA05-CC83-EC4F2C45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D0EA5-8251-0699-DAB6-E891962AB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D60DA-1520-7CDB-07C7-66CF74A6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C77E6-D4AA-E7E7-F79A-50904A14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BF263-AF8A-EF69-546C-73485C50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70882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5B2FD5-6F96-D442-EA1F-DF1D520527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829DA6-5994-B0BF-8035-32B17A221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F5C2-6DC1-AB56-DBF2-A276B91B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9809D-72F2-AB39-F79C-B799DFD22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D90CA-C769-CD2A-6AFC-AE5F32B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8378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3D9C9-4201-1126-84B4-EB8FFF48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F3C64-E84D-9BCD-03E6-4271B039E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8FDA1-BDF8-E4A8-03C8-B7A5CCB95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A098B-F6D2-6C47-8655-1A25FFB85C88}" type="datetimeFigureOut">
              <a:rPr lang="en-KR" smtClean="0"/>
              <a:t>11/6/25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F926A-9C58-BCFA-A398-9660CB348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2AB8F-DDA5-9786-C362-F13EDA993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EE4C0-C625-6241-B18C-43C3E3925F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4342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48398-AC39-BF76-F41E-0DE42A1341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RL-3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B6E55-4E87-D53D-C2AB-BE1D0D8108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05107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C5BB-7F59-CC69-E460-203D732F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MDP</a:t>
            </a:r>
          </a:p>
        </p:txBody>
      </p:sp>
      <p:pic>
        <p:nvPicPr>
          <p:cNvPr id="4" name="Content Placeholder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7D64ECAA-FA81-E1DD-4C70-CBF75D0FE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8865"/>
            <a:ext cx="8073176" cy="4292879"/>
          </a:xfrm>
        </p:spPr>
      </p:pic>
    </p:spTree>
    <p:extLst>
      <p:ext uri="{BB962C8B-B14F-4D97-AF65-F5344CB8AC3E}">
        <p14:creationId xmlns:p14="http://schemas.microsoft.com/office/powerpoint/2010/main" val="2035380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AAE0-D3EB-8EE1-17F5-82CC5CA22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Belman Equation</a:t>
            </a:r>
          </a:p>
        </p:txBody>
      </p:sp>
      <p:pic>
        <p:nvPicPr>
          <p:cNvPr id="4" name="Content Placeholder 4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18884DBD-A3AA-300A-376C-9A0648F10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053" y="2148980"/>
            <a:ext cx="5679480" cy="3416562"/>
          </a:xfrm>
          <a:prstGeom prst="rect">
            <a:avLst/>
          </a:prstGeom>
        </p:spPr>
      </p:pic>
      <p:pic>
        <p:nvPicPr>
          <p:cNvPr id="5" name="Picture 4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6DFD3262-2C4E-4542-C867-49C19E0A4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63" y="2012859"/>
            <a:ext cx="5784390" cy="368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6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9152-359C-98AD-6CFB-000AD0B3E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Online Algorithm (Learning)</a:t>
            </a:r>
          </a:p>
        </p:txBody>
      </p:sp>
      <p:pic>
        <p:nvPicPr>
          <p:cNvPr id="4" name="Content Placeholder 4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0D60196A-2C06-5203-D638-E8E4C908F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0657" y="2538726"/>
            <a:ext cx="5067300" cy="2946400"/>
          </a:xfrm>
        </p:spPr>
      </p:pic>
      <p:pic>
        <p:nvPicPr>
          <p:cNvPr id="6" name="Picture 5" descr="A math equation with a chair and a symbol&#10;&#10;AI-generated content may be incorrect.">
            <a:extLst>
              <a:ext uri="{FF2B5EF4-FFF2-40B4-BE49-F238E27FC236}">
                <a16:creationId xmlns:a16="http://schemas.microsoft.com/office/drawing/2014/main" id="{1C243119-1116-93B9-E0C9-72C88CBAC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957" y="3314737"/>
            <a:ext cx="5488912" cy="106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BE71-CB31-D0FA-D595-F0A6A5E6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KR" dirty="0"/>
              <a:t>e don’t know R</a:t>
            </a:r>
          </a:p>
        </p:txBody>
      </p:sp>
      <p:pic>
        <p:nvPicPr>
          <p:cNvPr id="4" name="Content Placeholder 4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3CE8AFDC-37E5-C2B3-19B8-BE7012217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818" y="2314360"/>
            <a:ext cx="4546600" cy="2654300"/>
          </a:xfrm>
          <a:prstGeom prst="rect">
            <a:avLst/>
          </a:prstGeom>
        </p:spPr>
      </p:pic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34F08407-3058-A4EA-B33C-BABB84070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584" y="2301660"/>
            <a:ext cx="44831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6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745B3-D150-B452-CFEC-C63441C4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Remove P (model-free)</a:t>
            </a:r>
          </a:p>
        </p:txBody>
      </p:sp>
      <p:pic>
        <p:nvPicPr>
          <p:cNvPr id="4" name="Content Placeholder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415B1F1C-EE87-19CF-B4DE-E3F07063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71" y="2029355"/>
            <a:ext cx="7465948" cy="361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1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1785-4517-2393-3DD3-84D892FD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Off-Policy</a:t>
            </a:r>
          </a:p>
        </p:txBody>
      </p:sp>
      <p:pic>
        <p:nvPicPr>
          <p:cNvPr id="4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694E06-2032-66F0-A85B-B3A181A95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75" y="1967063"/>
            <a:ext cx="5393425" cy="3099207"/>
          </a:xfrm>
          <a:prstGeom prst="rect">
            <a:avLst/>
          </a:prstGeom>
        </p:spPr>
      </p:pic>
      <p:pic>
        <p:nvPicPr>
          <p:cNvPr id="5" name="Picture 4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1B10F268-064D-92FB-E2A3-109919B47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625" y="1967063"/>
            <a:ext cx="51308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26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0554-9A4A-C5BD-6FF9-BBE793AB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Value Function Approximation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A4B3EB1-7D3A-5B6D-7DCE-FF524413F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274" y="3195530"/>
            <a:ext cx="4660900" cy="156210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50E050-CFF0-0831-42AF-42DE88A13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100" y="2097216"/>
            <a:ext cx="50927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0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CF0EC-CBEA-1F5A-B173-8ED8F09C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Use Sample Return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F0889B0F-8F63-3A6B-035A-959B96994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1670"/>
            <a:ext cx="6635407" cy="4042054"/>
          </a:xfrm>
        </p:spPr>
      </p:pic>
    </p:spTree>
    <p:extLst>
      <p:ext uri="{BB962C8B-B14F-4D97-AF65-F5344CB8AC3E}">
        <p14:creationId xmlns:p14="http://schemas.microsoft.com/office/powerpoint/2010/main" val="2070262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8342-4A4F-563A-A7C5-96DD8E71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/>
              <a:t>Use Q (model-free)</a:t>
            </a:r>
          </a:p>
        </p:txBody>
      </p:sp>
      <p:pic>
        <p:nvPicPr>
          <p:cNvPr id="5" name="Content Placeholder 4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F0827007-3600-C609-F994-CBA2E0F4C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8050"/>
            <a:ext cx="6776548" cy="4384825"/>
          </a:xfrm>
        </p:spPr>
      </p:pic>
    </p:spTree>
    <p:extLst>
      <p:ext uri="{BB962C8B-B14F-4D97-AF65-F5344CB8AC3E}">
        <p14:creationId xmlns:p14="http://schemas.microsoft.com/office/powerpoint/2010/main" val="336774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32</Words>
  <Application>Microsoft Macintosh PowerPoint</Application>
  <PresentationFormat>Widescreen</PresentationFormat>
  <Paragraphs>11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RL-3</vt:lpstr>
      <vt:lpstr>MDP</vt:lpstr>
      <vt:lpstr>Belman Equation</vt:lpstr>
      <vt:lpstr>Online Algorithm (Learning)</vt:lpstr>
      <vt:lpstr>We don’t know R</vt:lpstr>
      <vt:lpstr>Remove P (model-free)</vt:lpstr>
      <vt:lpstr>Off-Policy</vt:lpstr>
      <vt:lpstr>Value Function Approximation</vt:lpstr>
      <vt:lpstr>Use Sample Return</vt:lpstr>
      <vt:lpstr>Use Q (model-free)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이은준</dc:creator>
  <cp:lastModifiedBy>이은준</cp:lastModifiedBy>
  <cp:revision>12</cp:revision>
  <dcterms:created xsi:type="dcterms:W3CDTF">2025-11-06T06:20:19Z</dcterms:created>
  <dcterms:modified xsi:type="dcterms:W3CDTF">2025-11-06T07:09:01Z</dcterms:modified>
</cp:coreProperties>
</file>